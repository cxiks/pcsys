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4545" y="4987636"/>
            <a:ext cx="7481455" cy="43226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234545" y="1248987"/>
            <a:ext cx="5985163" cy="5818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Определение сетевых протоколов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34545" y="2327564"/>
            <a:ext cx="5818909" cy="21779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Сетевые протоколы — это стандартизированные правила, определяющие формат, порядок и процедуры обмена данными между устройствами в компьютерных сетях. Без чётко прописанных соглашений устройства разных производителей, работающие под разными операционными системами, не смогли бы понимать друг друга. Протокол задаёт три ключевых аспекта: синтаксис (структура пакета данных), семантику (значение полей и команд) и синхронизацию (временные зависимости при обмене).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Эталонные модели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6650182" cy="43226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Для систематизации многообразия протоколов используются эталонные модели.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2909455"/>
            <a:ext cx="6650182" cy="118040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Модель OSI (Open Systems Interconnection), разработанная в 1980-х годах ISO, состоит из семи уровней: физического, канального, сетевого, транспортного, сеансового, представительского и прикладного. Хотя сама модель не получила широкого практического внедрения, она остаётся важным учебным инструментом.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54727" y="4089862"/>
            <a:ext cx="6650182" cy="6816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Модель OSI служит основой для понимания взаимодействия компонентов сети и облегчает изучение принципов работы сетевых протоколов.</a:t>
            </a:r>
            <a:endParaRPr lang="en-US" sz="1400" dirty="0"/>
          </a:p>
        </p:txBody>
      </p:sp>
      <p:pic>
        <p:nvPicPr>
          <p:cNvPr id="7" name="Изображение 6"/>
          <p:cNvPicPr/>
          <p:nvPr/>
        </p:nvPicPr>
        <p:blipFill>
          <a:blip r:embed="rId2"/>
          <a:stretch>
            <a:fillRect/>
          </a:stretch>
        </p:blipFill>
        <p:spPr>
          <a:xfrm>
            <a:off x="8105140" y="476250"/>
            <a:ext cx="4086860" cy="48723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Протоколы канального уровня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9310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На канальном уровне доминируют Ethernet (проводные сети) и семейство стандартов IEEE 802.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267669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11 (Wi-Fi). Эти протоколы решают задачи обнаружения коллизий, управления доступом к среде и коррекции ошибок на уровне локального сегмента. Они обеспечивают надёжную передачу данных между устройствами в сети, что делает возможным взаимодействие различных компонентов в единой системе. Ethernet и Wi-Fi широко используются в корпоративных и домашних сетях благодаря своей эффективности и относительной простоте внедрения.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417715"/>
            <a:ext cx="10141527" cy="5818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Протоколы сетевого уровня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246909" y="1662545"/>
            <a:ext cx="9144000" cy="43226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Сетевой уровень представлен протоколами IPv4 и IPv6.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46909" y="4156364"/>
            <a:ext cx="4156364" cy="118040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IPv4, созданный в 1981 году, использует 32-битные адреса (около 4,3 миллиарда уникальных комбинаций), что привело к истощению адресного пространства к 2010-м годам.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65818" y="4156364"/>
            <a:ext cx="4156364" cy="192855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IPv6 с 128-битными адресами (3,4×10³⁸ комбинаций) решает эту проблему, упрощает маршрутизацию и встраивает поддержку безопасности. Внедрение IPv6 также способствует улучшению взаимодействия между сетями и обеспечивает более эффективное использование ресурсов.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6891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750224"/>
            <a:ext cx="10141527" cy="5818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Протоколы маршрутизации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150" y="1608455"/>
            <a:ext cx="5123180" cy="18205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Маршрутизация между сетями обеспечивается протоколами: динамические протоколы типа OSPF и IS-IS управляют трафиком внутри автономных систем, а пограничный протокол BGP связывает между собой десятки тысяч независимых сетей интернета.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85" y="3705225"/>
            <a:ext cx="5122545" cy="18675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Для обеспечения надёжности и отказоустойчивости маршрутизации применяются механизмы отработки отказов, такие как резервные маршруты, а также осуществляется постоянный мониторинг состояния сетевых соединений. Благодаря этому поддерживается высокая доступность и качество передачи данных в интернете.</a:t>
            </a:r>
            <a:endParaRPr lang="en-US" sz="1400" dirty="0"/>
          </a:p>
        </p:txBody>
      </p:sp>
      <p:pic>
        <p:nvPicPr>
          <p:cNvPr id="8" name="Изображение 7"/>
          <p:cNvPicPr/>
          <p:nvPr/>
        </p:nvPicPr>
        <p:blipFill>
          <a:blip r:embed="rId2"/>
          <a:stretch>
            <a:fillRect/>
          </a:stretch>
        </p:blipFill>
        <p:spPr>
          <a:xfrm>
            <a:off x="6454140" y="1071245"/>
            <a:ext cx="5737860" cy="55251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417715"/>
            <a:ext cx="10141527" cy="5818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Протоколы транспортного уровня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246909" y="1662545"/>
            <a:ext cx="9144000" cy="43226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Транспортный уровень представлен двумя фундаментально разными подходами.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46909" y="4156364"/>
            <a:ext cx="4156364" cy="192855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TCP (Transmission Control Protocol) обеспечивает надёжную доставку: трёхэтапное рукопожатие (SYN → SYN-ACK → ACK) устанавливает соединение, подтверждения получения (ACK) и повторные передачи устраняют потери, алгоритмы управления перегрузками (например, Cubic) адаптируют скорость под состояние сети.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65818" y="4156364"/>
            <a:ext cx="4156364" cy="167917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 то время как UDP (User Datagram Protocol) ориентирован на скорость и не гарантирует доставку пакетов, что делает его подходящим для приложений, требующих минимальной задержки, например, для потокового видео или голосовых звонков.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417715"/>
            <a:ext cx="10141527" cy="5818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Протоколы прикладного уровня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246909" y="1662545"/>
            <a:ext cx="9144000" cy="43226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На прикладном уровне сосредоточены протоколы, непосредственно взаимодействующие с пользователем.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46909" y="4156364"/>
            <a:ext cx="4156364" cy="167917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DNS (Domain Name System) преобразует человекочитаемые имена (например, example. com) в IP-адреса через распределённую иерархическую базу данных. Безопасная версия DNS-over-HTTPS (DoH) шифрует запросы, защищая приватность.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65818" y="4156364"/>
            <a:ext cx="4156364" cy="118040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HTTP эволюционировал от простого текстового протокола (версия 0. 9) до мультиплексированного HTTP/2 с сжатием заголовков и полностью переработанного HTTP/3 на базе QUIC.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Безопасность сетевых протоколов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6650182" cy="9310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Исторически многие протоколы создавались без учёта угроз: HTTP и FTP передавали данные и пароли в открытом виде, DNS был уязвим к подмене ответов (кэш-отравление).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2909455"/>
            <a:ext cx="6650182" cy="118040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Современная парадигма — «безопасность по умолчанию». Протоколы шифрования стали не дополнением, а основой: TLS 1. 3 (2018) сократил время установки защищённого соединения до одного обмена пакетами, устранив устаревшие и уязвимые шифры.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54727" y="4089862"/>
            <a:ext cx="6650182" cy="6816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Внедрение современных протоколов шифрования значительно повысило уровень защиты данных в интернете.</a:t>
            </a:r>
            <a:endParaRPr lang="en-US" sz="1400" dirty="0"/>
          </a:p>
        </p:txBody>
      </p:sp>
      <p:pic>
        <p:nvPicPr>
          <p:cNvPr id="7" name="Изображение 6"/>
          <p:cNvPicPr/>
          <p:nvPr/>
        </p:nvPicPr>
        <p:blipFill>
          <a:blip r:embed="rId2"/>
          <a:stretch>
            <a:fillRect/>
          </a:stretch>
        </p:blipFill>
        <p:spPr>
          <a:xfrm>
            <a:off x="8264525" y="767715"/>
            <a:ext cx="3927475" cy="52285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1273" y="1082733"/>
            <a:ext cx="7647709" cy="5818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Современные вызовы и перспективы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831273" y="2078182"/>
            <a:ext cx="7481455" cy="142978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Переход на IPv6, начавшийся двадцать лет назад, всё ещё не завершён из-за сложности миграции унаследованной инфраструктуры и необходимости двойного стека (одновременной поддержки IPv4/IPv6). Для интернета вещей (IoT) разработаны специализированные протоколы: MQTT (очереди сообщений с минимальными накладными расходами) и CoAP (аналог HTTP для устройств с ограниченной памятью и питанием от батарей).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750224"/>
            <a:ext cx="10141527" cy="5818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Заключение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2078182"/>
            <a:ext cx="9975273" cy="43226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Сетевые протоколы — это не просто технические спецификации, а основа цифровой цивилизации.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3241964"/>
            <a:ext cx="9975273" cy="118040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Их развитие от простых правил передачи пакетов в ARPANET до сложных, самоадаптирующихся и защищённых систем отражает эволюцию самого интернета: от академической сети до критической инфраструктуры человечества. Сегодня сетевые протоколы обеспечивают бесперебойную работу множества сервисов, от социальных сетей до систем управления критически важными объектами.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2080260"/>
            <a:ext cx="10141527" cy="7813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</a:rPr>
              <a:t>Спасибо за внимание!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46909" y="3325091"/>
            <a:ext cx="9975273" cy="9310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Спасибо за внимание. В этой презентации мы рассмотрели основные сетевые протоколы, их уровни и функции, а также вопросы безопасности и современные вызовы в этой области. Мы надеемся, что представленная информация была полезной и поможет вам в изучении сетевых технологий.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5458</Words>
  <Application>WPS Presentation</Application>
  <PresentationFormat>On-screen Show (16:9)</PresentationFormat>
  <Paragraphs>70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111</cp:lastModifiedBy>
  <cp:revision>2</cp:revision>
  <dcterms:created xsi:type="dcterms:W3CDTF">2026-02-03T16:51:00Z</dcterms:created>
  <dcterms:modified xsi:type="dcterms:W3CDTF">2026-02-03T17:05:50Z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DE5FEA01BF074C9E955AD9D1F6663883_12</vt:lpwstr>
  </property>
  <property fmtid="{D5CDD505-2E9C-101B-9397-08002B2CF9AE}" pid="3" name="KSOProductBuildVer">
    <vt:lpwstr>1049-12.2.0.23196</vt:lpwstr>
  </property>
</Properties>
</file>